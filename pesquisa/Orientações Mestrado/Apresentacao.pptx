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9" r:id="rId2"/>
    <p:sldId id="264" r:id="rId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19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9"/>
    <p:restoredTop sz="94670"/>
  </p:normalViewPr>
  <p:slideViewPr>
    <p:cSldViewPr>
      <p:cViewPr varScale="1">
        <p:scale>
          <a:sx n="69" d="100"/>
          <a:sy n="69" d="100"/>
        </p:scale>
        <p:origin x="151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276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F99-D12F-4954-A61D-F49FB68D10A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5F320-5C10-46D6-873B-718ABBD49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8611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5792B-356D-4514-95AB-05B03C3299A4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2CDC4-6672-4F88-B168-38037E1DEF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888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45926-D6FD-4938-B812-8D38CD8DF4B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096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D82F-4EDC-49F1-9B28-C237C8B75C57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C17-C46A-4EA9-988B-65082669AAE1}" type="slidenum">
              <a:rPr lang="pt-BR" smtClean="0"/>
              <a:t>‹nº›</a:t>
            </a:fld>
            <a:endParaRPr lang="pt-BR"/>
          </a:p>
        </p:txBody>
      </p:sp>
      <p:pic>
        <p:nvPicPr>
          <p:cNvPr id="11" name="Picture 9" descr="GGFD2166TRA Raw.tif">
            <a:extLst>
              <a:ext uri="{FF2B5EF4-FFF2-40B4-BE49-F238E27FC236}">
                <a16:creationId xmlns:a16="http://schemas.microsoft.com/office/drawing/2014/main" id="{6A2A65E6-C4B8-4C2C-89AE-420F8B44B6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" t="2151" r="9181" b="11114"/>
          <a:stretch/>
        </p:blipFill>
        <p:spPr>
          <a:xfrm>
            <a:off x="-288893" y="0"/>
            <a:ext cx="9432893" cy="613723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93E2B55-FE41-4237-A535-AEB38ED5A6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5"/>
          <a:stretch/>
        </p:blipFill>
        <p:spPr>
          <a:xfrm>
            <a:off x="-288894" y="6137239"/>
            <a:ext cx="9432894" cy="72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55F2C91-189B-2549-9603-3854C1546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2593" b="23816"/>
          <a:stretch/>
        </p:blipFill>
        <p:spPr>
          <a:xfrm>
            <a:off x="8244408" y="6251136"/>
            <a:ext cx="740670" cy="587392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7D26D228-AA0E-6B4B-AED5-56295D4AE01A}"/>
              </a:ext>
            </a:extLst>
          </p:cNvPr>
          <p:cNvCxnSpPr>
            <a:cxnSpLocks/>
            <a:stCxn id="7" idx="1"/>
          </p:cNvCxnSpPr>
          <p:nvPr userDrawn="1"/>
        </p:nvCxnSpPr>
        <p:spPr>
          <a:xfrm flipH="1">
            <a:off x="0" y="6544832"/>
            <a:ext cx="8244408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59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4863" y="2708920"/>
            <a:ext cx="8229600" cy="1143000"/>
          </a:xfrm>
        </p:spPr>
        <p:txBody>
          <a:bodyPr/>
          <a:lstStyle/>
          <a:p>
            <a:r>
              <a:rPr lang="pt-BR" dirty="0"/>
              <a:t>Clique para editar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D82F-4EDC-49F1-9B28-C237C8B75C57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C17-C46A-4EA9-988B-65082669AAE1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52446EA-7854-4E65-B0BF-1E482C1140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967" y="-27384"/>
            <a:ext cx="931193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D82F-4EDC-49F1-9B28-C237C8B75C57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C17-C46A-4EA9-988B-65082669AAE1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5F2C91-189B-2549-9603-3854C1546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2593" b="23816"/>
          <a:stretch/>
        </p:blipFill>
        <p:spPr>
          <a:xfrm>
            <a:off x="8244408" y="6251136"/>
            <a:ext cx="740670" cy="587392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7D26D228-AA0E-6B4B-AED5-56295D4AE01A}"/>
              </a:ext>
            </a:extLst>
          </p:cNvPr>
          <p:cNvCxnSpPr>
            <a:cxnSpLocks/>
            <a:stCxn id="7" idx="1"/>
          </p:cNvCxnSpPr>
          <p:nvPr userDrawn="1"/>
        </p:nvCxnSpPr>
        <p:spPr>
          <a:xfrm flipH="1">
            <a:off x="0" y="6544832"/>
            <a:ext cx="8244408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531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0D82F-4EDC-49F1-9B28-C237C8B75C57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A9C17-C46A-4EA9-988B-65082669AA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04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1" r:id="rId2"/>
    <p:sldLayoutId id="2147483654" r:id="rId3"/>
    <p:sldLayoutId id="2147483649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FFD69387-5905-FAD1-FE8C-2A9AA5DBED24}"/>
              </a:ext>
            </a:extLst>
          </p:cNvPr>
          <p:cNvGrpSpPr/>
          <p:nvPr/>
        </p:nvGrpSpPr>
        <p:grpSpPr>
          <a:xfrm>
            <a:off x="-288644" y="6220722"/>
            <a:ext cx="9432644" cy="692696"/>
            <a:chOff x="-281581" y="6136926"/>
            <a:chExt cx="10720345" cy="721074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F7E066CD-53FC-002E-212E-6CB5F503ECAC}"/>
                </a:ext>
              </a:extLst>
            </p:cNvPr>
            <p:cNvSpPr/>
            <p:nvPr/>
          </p:nvSpPr>
          <p:spPr>
            <a:xfrm>
              <a:off x="-281581" y="6136926"/>
              <a:ext cx="10720345" cy="721074"/>
            </a:xfrm>
            <a:prstGeom prst="rect">
              <a:avLst/>
            </a:prstGeom>
            <a:solidFill>
              <a:srgbClr val="AD1916"/>
            </a:solidFill>
            <a:ln>
              <a:solidFill>
                <a:srgbClr val="AD19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 dirty="0">
                <a:solidFill>
                  <a:srgbClr val="FF0000"/>
                </a:solidFill>
              </a:endParaRPr>
            </a:p>
          </p:txBody>
        </p:sp>
        <p:pic>
          <p:nvPicPr>
            <p:cNvPr id="4" name="Imagem 3" descr="Logotipo&#10;&#10;Descrição gerada automaticamente">
              <a:extLst>
                <a:ext uri="{FF2B5EF4-FFF2-40B4-BE49-F238E27FC236}">
                  <a16:creationId xmlns:a16="http://schemas.microsoft.com/office/drawing/2014/main" id="{38AEDD4C-6A0F-B46D-465F-FF673131F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1524" y="6136926"/>
              <a:ext cx="3339803" cy="677444"/>
            </a:xfrm>
            <a:prstGeom prst="rect">
              <a:avLst/>
            </a:prstGeom>
            <a:ln>
              <a:solidFill>
                <a:srgbClr val="AD1916"/>
              </a:solidFill>
            </a:ln>
          </p:spPr>
        </p:pic>
        <p:sp>
          <p:nvSpPr>
            <p:cNvPr id="2" name="Retângulo 1"/>
            <p:cNvSpPr/>
            <p:nvPr/>
          </p:nvSpPr>
          <p:spPr>
            <a:xfrm>
              <a:off x="168647" y="6328186"/>
              <a:ext cx="6717275" cy="288347"/>
            </a:xfrm>
            <a:prstGeom prst="rect">
              <a:avLst/>
            </a:prstGeom>
            <a:ln>
              <a:solidFill>
                <a:srgbClr val="AD1916"/>
              </a:solidFill>
            </a:ln>
          </p:spPr>
          <p:txBody>
            <a:bodyPr wrap="square">
              <a:spAutoFit/>
            </a:bodyPr>
            <a:lstStyle/>
            <a:p>
              <a:r>
                <a:rPr lang="pt-BR" sz="1200" b="1" dirty="0" smtClean="0">
                  <a:solidFill>
                    <a:srgbClr val="FFFFFF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Coordenadoria </a:t>
              </a:r>
              <a:r>
                <a:rPr lang="pt-BR" sz="1200" b="1" dirty="0" smtClean="0">
                  <a:solidFill>
                    <a:srgbClr val="FFFFFF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Geral de </a:t>
              </a:r>
              <a:r>
                <a:rPr lang="pt-BR" sz="1200" b="1" dirty="0" smtClean="0">
                  <a:solidFill>
                    <a:srgbClr val="FFFFFF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Pós-Graduação</a:t>
              </a:r>
              <a:r>
                <a:rPr lang="pt-BR" sz="1200" b="1" dirty="0">
                  <a:solidFill>
                    <a:srgbClr val="FFFFFF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Extensão e Pesquisa</a:t>
              </a:r>
              <a:endParaRPr lang="pt-BR" sz="12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848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8193E118-B6DE-47AB-A7FE-163D2D0C8C9B}"/>
              </a:ext>
            </a:extLst>
          </p:cNvPr>
          <p:cNvSpPr txBox="1"/>
          <p:nvPr/>
        </p:nvSpPr>
        <p:spPr>
          <a:xfrm>
            <a:off x="32767" y="6608385"/>
            <a:ext cx="5514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pt-BR" sz="1200" b="1" dirty="0" smtClean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oordenadoria </a:t>
            </a:r>
            <a:r>
              <a:rPr lang="pt-BR" sz="1200" b="1" dirty="0" smtClean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Geral </a:t>
            </a:r>
            <a:r>
              <a:rPr lang="pt-BR" sz="1200" b="1" dirty="0" smtClean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</a:t>
            </a:r>
            <a:r>
              <a:rPr lang="pt-BR" sz="12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Pós-Graduação, Extensão e Pesquisa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4462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C00000"/>
                </a:solidFill>
              </a:rPr>
              <a:t>MESTRADO PROFISSIONAL EM GESTÃO E </a:t>
            </a:r>
            <a:r>
              <a:rPr lang="pt-BR" b="1" dirty="0" smtClean="0">
                <a:solidFill>
                  <a:srgbClr val="C00000"/>
                </a:solidFill>
              </a:rPr>
              <a:t>TECNOLOGIA EM SISTEMAS PRODUTIVOS</a:t>
            </a:r>
            <a:endParaRPr lang="pt-B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4645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26</Words>
  <Application>Microsoft Office PowerPoint</Application>
  <PresentationFormat>Apresentação na tela (4:3)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Verdana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Victor Akio Zukeran</dc:creator>
  <cp:lastModifiedBy>Debora_01</cp:lastModifiedBy>
  <cp:revision>65</cp:revision>
  <cp:lastPrinted>2019-09-05T19:33:05Z</cp:lastPrinted>
  <dcterms:created xsi:type="dcterms:W3CDTF">2013-10-10T17:31:52Z</dcterms:created>
  <dcterms:modified xsi:type="dcterms:W3CDTF">2025-09-15T12:19:53Z</dcterms:modified>
</cp:coreProperties>
</file>